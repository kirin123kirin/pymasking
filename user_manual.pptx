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S Gothic"/>
              </a:rPr>
              <a:t>データマスキングツール 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F4A261"/>
                </a:solidFill>
                <a:latin typeface="MS Gothic"/>
              </a:rPr>
              <a:t>pymasking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82880"/>
            <a:ext cx="10058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S Gothic"/>
              </a:rPr>
              <a:t>目次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426464"/>
            <a:ext cx="384048" cy="38404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S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173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MS Gothic"/>
              </a:rPr>
              <a:t>インストール方法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112264"/>
            <a:ext cx="384048" cy="38404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S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031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MS Gothic"/>
              </a:rPr>
              <a:t>起動方法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798064"/>
            <a:ext cx="384048" cy="38404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S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7889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MS Gothic"/>
              </a:rPr>
              <a:t>終了方法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483864"/>
            <a:ext cx="384048" cy="384048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S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747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MS Gothic"/>
              </a:rPr>
              <a:t>データマスキング 3 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82880"/>
            <a:ext cx="10058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S Gothic"/>
              </a:rPr>
              <a:t>インストール方法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" cy="42062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7C3A00"/>
                </a:solidFill>
                <a:latin typeface="MS Gothic"/>
              </a:rPr>
              <a:t>インストール方法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S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MS Gothic"/>
              </a:rPr>
              <a:t>pymasking.7z をダウンロードする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86583"/>
            <a:ext cx="411480" cy="41148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S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86583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MS Gothic"/>
              </a:rPr>
              <a:t>ダウンロードした pymasking.7z 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15767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MS Gothic"/>
              </a:rPr>
              <a:t>Windows 11 の標準の解凍方法で展開する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44951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MS Gothic"/>
              </a:rPr>
              <a:t>展開先：%LOCALAPPDATA%\pymasking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648455"/>
            <a:ext cx="411480" cy="41148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S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48455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MS Gothic"/>
              </a:rPr>
              <a:t>pymasking のショートカットをデスクトップにコピーする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77639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0440A"/>
                </a:solidFill>
                <a:latin typeface="MS Gothic"/>
              </a:rPr>
              <a:t>%LOCALAPPDATA%\pymasking\pymasking.lnk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06823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A0440A"/>
                </a:solidFill>
                <a:latin typeface="MS Gothic"/>
              </a:rPr>
              <a:t>　→ デスクトップにコピーする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82880"/>
            <a:ext cx="10058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S Gothic"/>
              </a:rPr>
              <a:t>起動方法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" cy="42062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7C3A00"/>
                </a:solidFill>
                <a:latin typeface="MS Gothic"/>
              </a:rPr>
              <a:t>起動方法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S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S Gothic"/>
              </a:rPr>
              <a:t>pymasking.lnk をダブルクリックする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514600"/>
            <a:ext cx="411480" cy="41148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S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14600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S Gothic"/>
              </a:rPr>
              <a:t>コマンドプロンプト（黒い画面）が起動し、自動的にブラウザが起動する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82880"/>
            <a:ext cx="10058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S Gothic"/>
              </a:rPr>
              <a:t>終了方法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" cy="42062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7C3A00"/>
                </a:solidFill>
                <a:latin typeface="MS Gothic"/>
              </a:rPr>
              <a:t>終了方法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S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S Gothic"/>
              </a:rPr>
              <a:t>ブラウザを閉じる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514600"/>
            <a:ext cx="411480" cy="41148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S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14600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MS Gothic"/>
              </a:rPr>
              <a:t>コマンドプロンプト（黒い画面）は 15 秒後に自動的に終了する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71800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MS Gothic"/>
              </a:rPr>
              <a:t>※ 終了しない場合は Ctrl + C を連打して終了させる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82880"/>
            <a:ext cx="10058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S Gothic"/>
              </a:rPr>
              <a:t>データマスキング 3 種  [1/3]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" cy="42062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7C3A00"/>
                </a:solidFill>
                <a:latin typeface="MS Gothic"/>
              </a:rPr>
              <a:t>1. テキストマスキング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767" y="1783080"/>
            <a:ext cx="611341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82880"/>
            <a:ext cx="10058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S Gothic"/>
              </a:rPr>
              <a:t>データマスキング 3 種  [2/3]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" cy="42062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7C3A00"/>
                </a:solidFill>
                <a:latin typeface="MS Gothic"/>
              </a:rPr>
              <a:t>2. ファイルマスキング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767" y="1783080"/>
            <a:ext cx="611341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658368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182880"/>
            <a:ext cx="100584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S Gothic"/>
              </a:rPr>
              <a:t>データマスキング 3 種  [3/3]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64008" cy="42062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7C3A00"/>
                </a:solidFill>
                <a:latin typeface="MS Gothic"/>
              </a:rPr>
              <a:t>3. クリップボードマスキング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767" y="1783080"/>
            <a:ext cx="6113417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